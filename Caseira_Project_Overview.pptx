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aseira-ui.onrender.com/hom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aseira-ui.onrender.com/hom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aseira-ui.onrender.com/hom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E2A03F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6309360"/>
            <a:ext cx="3108960" cy="3108960"/>
          </a:xfrm>
          <a:prstGeom prst="ellipse">
            <a:avLst/>
          </a:prstGeom>
          <a:solidFill>
            <a:srgbClr val="B8620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ACTIVE DEVELOPMENT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Caseira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home-style recipe discovery, meal-planning &amp; delivery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BBC0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github.com/aditirekhi/Caseira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reviewed: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Production:  </a:t>
            </a:r>
            <a:pPr indent="0" marL="0">
              <a:buNone/>
            </a:pPr>
            <a:r>
              <a:rPr lang="en-US" sz="14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caseira-ui.onrender.com/home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 ·  FastAPI  ·  PostgreSQL  ·  Docker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Caseira?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309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Caseira (Portuguese for “home-cooked”) is a full-stack web application for discovering home-style recipes, exploring regional cuisines, planning meals, and building a grocery cart around chosen recipes and ingredients. It pairs an Angular single-page frontend with a FastAPI/PostgreSQL backend.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30936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7588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Active Development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database schema and UI modules are implemented but continue to evolve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enables local end-to-end running of DB, API and UI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production release yet — features and endpoints may change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223760" y="14173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0" y="1527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223760" y="2130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555480" y="14173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55480" y="15270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555480" y="2130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23760" y="27889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502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555480" y="27889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55480" y="2898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555480" y="3502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 DB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760" y="4160520"/>
            <a:ext cx="4434840" cy="1645920"/>
          </a:xfrm>
          <a:prstGeom prst="roundRect">
            <a:avLst>
              <a:gd name="adj" fmla="val 5556"/>
            </a:avLst>
          </a:prstGeom>
          <a:solidFill>
            <a:srgbClr val="BBC0B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43159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461772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home cooks discover recipes by region and category, plan meals on a calendar, and move ingredients straight into a shopping cart.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Languages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1051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92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21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/ Angular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3063240" cy="0"/>
          </a:xfrm>
          <a:prstGeom prst="line">
            <a:avLst/>
          </a:prstGeom>
          <a:noFill/>
          <a:ln w="19050">
            <a:solidFill>
              <a:srgbClr val="DDC3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22 (standalone + module-based components)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HTML5, CSS3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NgRx Store for cookie/session state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 for reactive data streams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PostCSS for styling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 &amp; Jasmine for unit tests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js-cookie for client-side cookies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8056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181051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73659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792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2121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2514600"/>
            <a:ext cx="3063240" cy="0"/>
          </a:xfrm>
          <a:prstGeom prst="line">
            <a:avLst/>
          </a:prstGeom>
          <a:noFill/>
          <a:ln w="19050">
            <a:solidFill>
              <a:srgbClr val="DDC3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0.129 async web framework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+ SQLAlchemy 2.0 ORM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for database migrations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PyJWT, Passlib, Argon2 &amp; Bcrypt for auth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asyncpg / psycopg2 PostgreSQL drivers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client, Sentry SDK, OpenAI SDK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ASGI server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41248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68512" y="181051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6851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1792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&amp; Tooling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21214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0" y="2514600"/>
            <a:ext cx="3063240" cy="0"/>
          </a:xfrm>
          <a:prstGeom prst="line">
            <a:avLst/>
          </a:prstGeom>
          <a:noFill/>
          <a:ln w="19050">
            <a:solidFill>
              <a:srgbClr val="DDC3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86800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(Dockerized)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Docker Compose (db + API + UI)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serving the built Angular app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config: docker-compose.yml, render.yaml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Render.com deployment target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 build &amp; scaffolding tools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containers, orchestrated with Docker Compose, communicate over a private network. The Angular build is served by Nginx and talks to the FastAPI backend, which persists data to PostgreSQL.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56716" y="260604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56716" y="2770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56716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+ Nginx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56716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→ 80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85316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SPA build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routing (SPA fallback)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REST API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973068" y="33375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22876" y="260604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3D5C4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22876" y="2770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22876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(Uvicorn)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22876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951476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route modules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CORS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/ services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539228" y="3337560"/>
            <a:ext cx="676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289036" y="260604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237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89036" y="27706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89036" y="3136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89036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5432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517636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SQLModel tables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</a:t>
            </a:r>
            <a:endParaRPr lang="en-US" sz="1050" dirty="0"/>
          </a:p>
          <a:p>
            <a:pPr algn="l"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56716" y="5029200"/>
            <a:ext cx="9875520" cy="777240"/>
          </a:xfrm>
          <a:prstGeom prst="roundRect">
            <a:avLst>
              <a:gd name="adj" fmla="val 11765"/>
            </a:avLst>
          </a:prstGeom>
          <a:solidFill>
            <a:srgbClr val="DDC3A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431036" y="5029200"/>
            <a:ext cx="9326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dev:  </a:t>
            </a:r>
            <a:pPr algn="ctr" indent="0" marL="0">
              <a:buNone/>
            </a:pPr>
            <a:r>
              <a:rPr lang="en-US" sz="13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  </a:t>
            </a:r>
            <a:pPr algn="ctr" indent="0" marL="0">
              <a:buNone/>
            </a:pPr>
            <a:r>
              <a:rPr lang="en-US" sz="130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Live:  </a:t>
            </a:r>
            <a:pPr algn="ctr" indent="0" marL="0">
              <a:buNone/>
            </a:pPr>
            <a:r>
              <a:rPr lang="en-US" sz="1300" b="1" u="sng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caseira-ui.onrender.com/home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PART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Discovery &amp; Search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07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 Catalog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all recipes with pagination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“Today’s Recipe” featured pick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view: overview, ingredients, directions, nutrition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 &amp; metric details on each recipe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0780" y="14630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6812" y="17007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681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09460" y="17007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Search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96812" y="23317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recipes and ingredients by keyword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a dedicated search-document table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result limit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site-wide search bar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153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153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Regions &amp; Categories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8463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recipes by world region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by category (e.g. cuisine type)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for regions, categories &amp; ingredients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and category detail pages on the frontend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0780" y="39776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6812" y="42153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681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09460" y="42153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Homepage Modules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96812" y="48463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landing section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Caseira” value-proposition module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Most-viewed recipes module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Explore-by-regions carousel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Personalization &amp; Meal Planning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07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Favorites &amp; Bookmarks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favorite recipes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remove bookmarked recipes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favorite / bookmark status per recipe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“Bookmarked” tab in user profile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0780" y="14630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6812" y="17007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681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09460" y="17007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Meal Planning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96812" y="23317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update &amp; delete meal plan entries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linked to user &amp; recipe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by user ID or plan 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forward meal planning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153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153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Recently Viewed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8463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most-viewed recipes per user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personalized recommendations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UserMostViewedRecipes table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0780" y="39776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6812" y="42153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681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09460" y="42153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Meal Kits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96812" y="48463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Meal Kits page on the frontend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recipes/ingredients into ready-to-cook kits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as a future cart entry point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— PART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Cart, Reviews &amp; User Account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007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Checkout Foundations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317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cart by user ID or cart 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&amp; delete cart contents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both recipes and individual ingredients into the cart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order-recipe &amp; order-ingredient models ready for checkout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0780" y="14630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6812" y="17007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6812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09460" y="17007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&amp; Reviews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96812" y="23317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 &amp; delete recipe reviews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“Helpful” voting on reviews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 user’s review for a specific recipe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surfaced on recipe detail &amp; profile pages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42153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2153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Security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8463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sign in / login, logout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Forgot-password flow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access tokens with blacklist on logout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Token-expiration check &amp; refresh endpoint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40780" y="3977640"/>
            <a:ext cx="53721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6812" y="421538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681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09460" y="4215384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Profile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496812" y="4846320"/>
            <a:ext cx="48600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&amp; payment details management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&amp; security settings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and reviews written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Sidebar-driven account dashboard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Route Modules (FastAPI)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3840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463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46304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110642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8470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8470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/security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18470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expiration check, refresh token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89988"/>
            <a:ext cx="11064240" cy="342900"/>
          </a:xfrm>
          <a:prstGeom prst="rect">
            <a:avLst/>
          </a:prstGeom>
          <a:solidFill>
            <a:srgbClr val="DDC3A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1899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1899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1899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login, forgot password, logout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110642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25328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5328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/category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25328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recipe categories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875788"/>
            <a:ext cx="11064240" cy="342900"/>
          </a:xfrm>
          <a:prstGeom prst="rect">
            <a:avLst/>
          </a:prstGeom>
          <a:solidFill>
            <a:srgbClr val="DDC3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28757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28757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/regions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8757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world regions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218688"/>
            <a:ext cx="110642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32186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32186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/ingredient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32186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ingredients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561588"/>
            <a:ext cx="11064240" cy="342900"/>
          </a:xfrm>
          <a:prstGeom prst="rect">
            <a:avLst/>
          </a:prstGeom>
          <a:solidFill>
            <a:srgbClr val="DDC3A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5615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566160" y="35615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/recipes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0" y="35615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today’s pick, detail, create (incl. bulk), update, delete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904488"/>
            <a:ext cx="110642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39044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Reviews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39044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/reviews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0" y="39044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get by recipe/user, update, delete reviews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247388"/>
            <a:ext cx="11064240" cy="342900"/>
          </a:xfrm>
          <a:prstGeom prst="rect">
            <a:avLst/>
          </a:prstGeom>
          <a:solidFill>
            <a:srgbClr val="DDC3A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42473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Reviews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42473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0" y="42473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reviews as helpful, list, delete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4590288"/>
            <a:ext cx="110642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8640" y="45902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3566160" y="45902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/cart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0" y="45902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by user/cart ID, update, delete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933188"/>
            <a:ext cx="11064240" cy="342900"/>
          </a:xfrm>
          <a:prstGeom prst="rect">
            <a:avLst/>
          </a:prstGeom>
          <a:solidFill>
            <a:srgbClr val="DDC3A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48640" y="49331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Bookmarked &amp; Favorites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3566160" y="49331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5486400" y="49331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Add/remove/check favorites and bookmarks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276088"/>
            <a:ext cx="1106424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48640" y="52760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Plan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3566160" y="52760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5486400" y="52760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user meal-calendar plan entries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5618988"/>
            <a:ext cx="11064240" cy="342900"/>
          </a:xfrm>
          <a:prstGeom prst="rect">
            <a:avLst/>
          </a:prstGeom>
          <a:solidFill>
            <a:srgbClr val="DDC3A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48640" y="5618988"/>
            <a:ext cx="3017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3566160" y="5618988"/>
            <a:ext cx="19202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/search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5486400" y="5618988"/>
            <a:ext cx="6126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across recipes &amp; ingredients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 (26 SQLModel Tables)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505200" cy="384048"/>
          </a:xfrm>
          <a:prstGeom prst="rect">
            <a:avLst/>
          </a:prstGeom>
          <a:solidFill>
            <a:srgbClr val="BBC0B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323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&amp; Identity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13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UserTypeDetails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BacklistedJWTTokens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28160" y="146304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28160" y="1463040"/>
            <a:ext cx="3505200" cy="384048"/>
          </a:xfrm>
          <a:prstGeom prst="rect">
            <a:avLst/>
          </a:prstGeom>
          <a:solidFill>
            <a:srgbClr val="BBC0B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65320" y="1463040"/>
            <a:ext cx="323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11040" y="1965960"/>
            <a:ext cx="313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RegionsDetails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IngredientDetails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07680" y="146304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7680" y="1463040"/>
            <a:ext cx="3505200" cy="384048"/>
          </a:xfrm>
          <a:prstGeom prst="rect">
            <a:avLst/>
          </a:prstGeom>
          <a:solidFill>
            <a:srgbClr val="BBC0B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4840" y="1463040"/>
            <a:ext cx="323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Recipes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90560" y="1965960"/>
            <a:ext cx="313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RecipeItemDetails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RecipeDirectionsDetails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RecipeIngredientMapping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RecipeIngredientSearchDocument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86200"/>
            <a:ext cx="3505200" cy="384048"/>
          </a:xfrm>
          <a:prstGeom prst="rect">
            <a:avLst/>
          </a:prstGeom>
          <a:solidFill>
            <a:srgbClr val="BBC0B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3886200"/>
            <a:ext cx="323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389120"/>
            <a:ext cx="313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UserMostViewedRecipes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UserBookmarkedFavoritesRecipes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RecipeReviews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HelpfulReviews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28160" y="388620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28160" y="3886200"/>
            <a:ext cx="3505200" cy="384048"/>
          </a:xfrm>
          <a:prstGeom prst="rect">
            <a:avLst/>
          </a:prstGeom>
          <a:solidFill>
            <a:srgbClr val="BBC0B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65320" y="3886200"/>
            <a:ext cx="323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11040" y="4389120"/>
            <a:ext cx="313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CartRecipeMapping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CartIngredientMapping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OrderRecipeMapping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OrderIngredientMapping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PaymentModeDetails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UserPaymentDetails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7680" y="3886200"/>
            <a:ext cx="3505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07680" y="3886200"/>
            <a:ext cx="3505200" cy="384048"/>
          </a:xfrm>
          <a:prstGeom prst="rect">
            <a:avLst/>
          </a:prstGeom>
          <a:solidFill>
            <a:srgbClr val="BBC0B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44840" y="3886200"/>
            <a:ext cx="323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90560" y="4389120"/>
            <a:ext cx="3139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UserCalendarPlanDetails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Application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721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/ Shared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149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module: login, signup, forgotten password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&amp; footer layout components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guard &amp; auth interceptor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NgRx cookie store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recipes, cart, regions, categories, reviews, search, user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240780" y="1463040"/>
            <a:ext cx="53721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9380" y="1600200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&amp; Discovery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69380" y="1965960"/>
            <a:ext cx="49149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page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Caseira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special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Most-viewed recipes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by regions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recipes / recipe details (overview, ingredients, directions, nutrition, reviews)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53721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251960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Shopping &amp; Planning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617720"/>
            <a:ext cx="49149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page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kits page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ingredients page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regions / region details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240780" y="4114800"/>
            <a:ext cx="53721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BBC0B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9380" y="4251960"/>
            <a:ext cx="4914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Account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69380" y="4617720"/>
            <a:ext cx="49149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main dashboard + sidebar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details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details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&amp; security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visited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reviews</a:t>
            </a:r>
            <a:endParaRPr lang="en-US" sz="10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8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Bookmarked recipes</a:t>
            </a:r>
            <a:endParaRPr lang="en-US" sz="1080" dirty="0"/>
          </a:p>
        </p:txBody>
      </p:sp>
      <p:sp>
        <p:nvSpPr>
          <p:cNvPr id="16" name="Text 14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23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554480"/>
            <a:ext cx="4206240" cy="4206240"/>
          </a:xfrm>
          <a:prstGeom prst="ellipse">
            <a:avLst/>
          </a:prstGeom>
          <a:solidFill>
            <a:srgbClr val="E2A03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669280"/>
            <a:ext cx="2743200" cy="2743200"/>
          </a:xfrm>
          <a:prstGeom prst="ellipse">
            <a:avLst/>
          </a:prstGeom>
          <a:solidFill>
            <a:srgbClr val="B8620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960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Status Recap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checkout flow on top of existing Cart &amp; Order data models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Meal Kits page to backend data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automated test coverage (Karma specs scaffolded across components)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auth: token refresh flow, blacklist cleanup, role-based access via UserType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hardening on Render (render.yaml already defined)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926080" cy="0"/>
          </a:xfrm>
          <a:prstGeom prst="line">
            <a:avLst/>
          </a:prstGeom>
          <a:noFill/>
          <a:ln w="25400">
            <a:solidFill>
              <a:srgbClr val="BBC0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303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reflects the state of the main branch at time of review — features, schema and endpoints are actively evolving.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760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D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build:  </a:t>
            </a:r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caseira-ui.onrender.com/home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2026-09-09T05:32:22Z</dcterms:created>
  <dcterms:modified xsi:type="dcterms:W3CDTF">2026-09-09T05:32:22Z</dcterms:modified>
</cp:coreProperties>
</file>